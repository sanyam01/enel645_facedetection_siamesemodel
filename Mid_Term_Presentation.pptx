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3"/>
  </p:normalViewPr>
  <p:slideViewPr>
    <p:cSldViewPr snapToGrid="0" snapToObjects="1">
      <p:cViewPr varScale="1">
        <p:scale>
          <a:sx n="90" d="100"/>
          <a:sy n="90" d="100"/>
        </p:scale>
        <p:origin x="23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8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4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1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3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3/15/21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7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3/15/21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8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3/15/21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3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2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3/15/21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0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3/15/21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3/15/21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9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77" r:id="rId7"/>
    <p:sldLayoutId id="2147483778" r:id="rId8"/>
    <p:sldLayoutId id="2147483779" r:id="rId9"/>
    <p:sldLayoutId id="2147483780" r:id="rId10"/>
    <p:sldLayoutId id="214748378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8B2F707-EF35-4955-8439-F76145F3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905C581-3E86-4ADD-9EDD-5FA87B461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376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7" name="Picture 3">
            <a:extLst>
              <a:ext uri="{FF2B5EF4-FFF2-40B4-BE49-F238E27FC236}">
                <a16:creationId xmlns:a16="http://schemas.microsoft.com/office/drawing/2014/main" id="{EA5A005B-E73F-4A83-97FE-C1C67CA06B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t="15105" r="-1" b="21332"/>
          <a:stretch/>
        </p:blipFill>
        <p:spPr>
          <a:xfrm>
            <a:off x="-8977" y="1386"/>
            <a:ext cx="12188932" cy="6856614"/>
          </a:xfrm>
          <a:prstGeom prst="rect">
            <a:avLst/>
          </a:prstGeom>
        </p:spPr>
      </p:pic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4672714-67D2-40D0-B961-A7438FE9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A5A1C471-1402-4BD1-8617-F5D9B7EB1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6CCA9701-8B9C-4D7A-AE5B-DD505C968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1B55BF-5020-9D47-B0C0-A8DC08C0E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0" y="726066"/>
            <a:ext cx="9774619" cy="2474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ENEL 645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Data Mining &amp; Machine Learning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Mid Term Project Presentation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9CB4D-8DC5-8A4E-A23C-C8CECDC9F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2" y="3429000"/>
            <a:ext cx="9954076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Title: Face Detection Using Siamese Model</a:t>
            </a:r>
          </a:p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1" dirty="0">
                <a:solidFill>
                  <a:srgbClr val="FFFFFF"/>
                </a:solidFill>
              </a:rPr>
              <a:t>Team Members: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Chetana </a:t>
            </a:r>
            <a:r>
              <a:rPr lang="en-US" sz="1800" dirty="0" err="1">
                <a:solidFill>
                  <a:srgbClr val="FFFFFF"/>
                </a:solidFill>
              </a:rPr>
              <a:t>Bijoor</a:t>
            </a:r>
            <a:endParaRPr lang="en-US" sz="1800" dirty="0">
              <a:solidFill>
                <a:srgbClr val="FFFFFF"/>
              </a:solidFill>
            </a:endParaRP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FFFFF"/>
                </a:solidFill>
              </a:rPr>
              <a:t>Sanyam</a:t>
            </a:r>
            <a:endParaRPr lang="en-US" sz="1800" dirty="0">
              <a:solidFill>
                <a:srgbClr val="FFFFFF"/>
              </a:solidFill>
            </a:endParaRP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FFFFF"/>
                </a:solidFill>
              </a:rPr>
              <a:t>Prabhleen</a:t>
            </a:r>
            <a:r>
              <a:rPr lang="en-US" sz="1800" dirty="0">
                <a:solidFill>
                  <a:srgbClr val="FFFFFF"/>
                </a:solidFill>
              </a:rPr>
              <a:t> Kaur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Neha Singh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FFFFF"/>
                </a:solidFill>
              </a:rPr>
              <a:t>Tarruneesh</a:t>
            </a:r>
            <a:r>
              <a:rPr lang="en-US" sz="1800" dirty="0">
                <a:solidFill>
                  <a:srgbClr val="FFFFFF"/>
                </a:solidFill>
              </a:rPr>
              <a:t> Sachdeva</a:t>
            </a:r>
          </a:p>
        </p:txBody>
      </p:sp>
    </p:spTree>
    <p:extLst>
      <p:ext uri="{BB962C8B-B14F-4D97-AF65-F5344CB8AC3E}">
        <p14:creationId xmlns:p14="http://schemas.microsoft.com/office/powerpoint/2010/main" val="2398899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1098F-D176-E640-B87A-0EEAF473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Significance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5B84-DC90-5746-82E3-34BF4477E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project, we use Siamese Neural Networks (SNN) for Face Recognition due to the below reasons:</a:t>
            </a:r>
          </a:p>
          <a:p>
            <a:r>
              <a:rPr lang="en-US" dirty="0"/>
              <a:t>SNN allows users to chose only a handful of images from each class or from a person.</a:t>
            </a:r>
          </a:p>
          <a:p>
            <a:r>
              <a:rPr lang="en-US" dirty="0"/>
              <a:t>SNN does not classify images but instead learns the similarity functions that evaluates similarity between two objects.</a:t>
            </a:r>
          </a:p>
          <a:p>
            <a:r>
              <a:rPr lang="en-US" dirty="0"/>
              <a:t>SNN’s are easy to train and have a fairly simple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78499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B4BE-CAA3-3C48-A4D4-90F9D985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4B4C3-3EBA-7E4C-BEFE-EBF580FA8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Dataset: 5 images per team member</a:t>
            </a:r>
          </a:p>
          <a:p>
            <a:r>
              <a:rPr lang="en-US" dirty="0"/>
              <a:t>Test Dataset: 2 images per team member</a:t>
            </a:r>
          </a:p>
          <a:p>
            <a:r>
              <a:rPr lang="en-US" dirty="0"/>
              <a:t>These images were resized into a shape of (128, 128, 3)</a:t>
            </a:r>
          </a:p>
          <a:p>
            <a:r>
              <a:rPr lang="en-US" dirty="0"/>
              <a:t>To create the actual training set, each image is paired with every other image and a label is assigned to each pair. </a:t>
            </a:r>
          </a:p>
          <a:p>
            <a:pPr marL="0" indent="0" algn="ctr">
              <a:buNone/>
            </a:pPr>
            <a:r>
              <a:rPr lang="en-US" dirty="0"/>
              <a:t>Same class: Label 1</a:t>
            </a:r>
          </a:p>
          <a:p>
            <a:pPr marL="0" indent="0" algn="ctr">
              <a:buNone/>
            </a:pPr>
            <a:r>
              <a:rPr lang="en-US" dirty="0"/>
              <a:t>Different class: Label 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91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5CB6-8807-CB49-8564-96399489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A380-2671-0648-8898-0BB279849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labelling the image pairs, the images are stored in NumPy arrays in </a:t>
            </a:r>
            <a:r>
              <a:rPr lang="en-US" i="1" dirty="0"/>
              <a:t>x1.npy </a:t>
            </a:r>
            <a:r>
              <a:rPr lang="en-US" dirty="0"/>
              <a:t>and </a:t>
            </a:r>
            <a:r>
              <a:rPr lang="en-US" i="1" dirty="0"/>
              <a:t>x2.npy </a:t>
            </a:r>
            <a:r>
              <a:rPr lang="en-US" dirty="0"/>
              <a:t>files.</a:t>
            </a:r>
          </a:p>
          <a:p>
            <a:r>
              <a:rPr lang="en-US" dirty="0"/>
              <a:t>Each element of </a:t>
            </a:r>
            <a:r>
              <a:rPr lang="en-US" i="1" dirty="0"/>
              <a:t>x1.npy </a:t>
            </a:r>
            <a:r>
              <a:rPr lang="en-US" dirty="0"/>
              <a:t>and </a:t>
            </a:r>
            <a:r>
              <a:rPr lang="en-US" i="1" dirty="0"/>
              <a:t>x2.npy </a:t>
            </a:r>
            <a:r>
              <a:rPr lang="en-US" dirty="0"/>
              <a:t>contains an image from each pair, such that the nth image from each file makes the nth pair with corresponding label stored in </a:t>
            </a:r>
            <a:r>
              <a:rPr lang="en-US" i="1" dirty="0" err="1"/>
              <a:t>y.npy</a:t>
            </a:r>
            <a:r>
              <a:rPr lang="en-US" i="1" dirty="0"/>
              <a:t> </a:t>
            </a:r>
            <a:r>
              <a:rPr lang="en-US" dirty="0"/>
              <a:t>file.</a:t>
            </a:r>
          </a:p>
          <a:p>
            <a:r>
              <a:rPr lang="en-US" dirty="0"/>
              <a:t>As a result, we have 2 sets of images X1 and X2 of shape (625, 128, 128, 3) and 625 labels.</a:t>
            </a:r>
          </a:p>
        </p:txBody>
      </p:sp>
    </p:spTree>
    <p:extLst>
      <p:ext uri="{BB962C8B-B14F-4D97-AF65-F5344CB8AC3E}">
        <p14:creationId xmlns:p14="http://schemas.microsoft.com/office/powerpoint/2010/main" val="29653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227E-019C-0041-96AE-7CC3C1AA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83F0-55EA-3C4C-BD18-517337EB5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Siamese Model Architecture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1C6B2-D31A-244C-8CDA-4D9D6A3B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497" y="2781936"/>
            <a:ext cx="94615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7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6E21-C824-2B4F-9E0D-A4E33789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6801-E06A-4144-84D8-75325BCD2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Collected the dataset and split into training and test sets.</a:t>
            </a:r>
          </a:p>
          <a:p>
            <a:r>
              <a:rPr lang="en-US" dirty="0"/>
              <a:t>In the Data Preprocessing stage, we normalized the images and converted them into NumPy arrays.</a:t>
            </a:r>
          </a:p>
          <a:p>
            <a:r>
              <a:rPr lang="en-US" dirty="0"/>
              <a:t>Based on the </a:t>
            </a:r>
            <a:r>
              <a:rPr lang="en-US" i="1" dirty="0"/>
              <a:t>x1.npy</a:t>
            </a:r>
            <a:r>
              <a:rPr lang="en-US" dirty="0"/>
              <a:t>, </a:t>
            </a:r>
            <a:r>
              <a:rPr lang="en-US" i="1" dirty="0"/>
              <a:t>x2.npy </a:t>
            </a:r>
            <a:r>
              <a:rPr lang="en-US" dirty="0"/>
              <a:t>and </a:t>
            </a:r>
            <a:r>
              <a:rPr lang="en-US" i="1" dirty="0" err="1"/>
              <a:t>y.npy</a:t>
            </a:r>
            <a:r>
              <a:rPr lang="en-US" i="1" dirty="0"/>
              <a:t> </a:t>
            </a:r>
            <a:r>
              <a:rPr lang="en-US" dirty="0"/>
              <a:t>files, the basic Siamese model is trained and tested for 10 test images.</a:t>
            </a:r>
          </a:p>
          <a:p>
            <a:r>
              <a:rPr lang="en-US" dirty="0"/>
              <a:t>The accuracy of the model is less than 50%</a:t>
            </a:r>
          </a:p>
        </p:txBody>
      </p:sp>
    </p:spTree>
    <p:extLst>
      <p:ext uri="{BB962C8B-B14F-4D97-AF65-F5344CB8AC3E}">
        <p14:creationId xmlns:p14="http://schemas.microsoft.com/office/powerpoint/2010/main" val="3959033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DADC-F551-954C-B9F0-2D638ADD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6C270-6375-4941-BA47-0DE56E837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Aim to improve the accuracy of the model by adding more convolutional layers, including a validation set etc.</a:t>
            </a:r>
          </a:p>
          <a:p>
            <a:r>
              <a:rPr lang="en-CA" dirty="0"/>
              <a:t>Additional Data Preprocessing steps such as changing image dimensions, removing image background, scaling etc.</a:t>
            </a:r>
          </a:p>
          <a:p>
            <a:r>
              <a:rPr lang="en-CA" dirty="0"/>
              <a:t>If required, we can increase the size of training dataset </a:t>
            </a:r>
          </a:p>
          <a:p>
            <a:r>
              <a:rPr lang="en-CA" dirty="0"/>
              <a:t>Model can be further trained by increasing number of epochs, and changing other hyper parameters (such as kernel size, and pool size)</a:t>
            </a:r>
          </a:p>
        </p:txBody>
      </p:sp>
    </p:spTree>
    <p:extLst>
      <p:ext uri="{BB962C8B-B14F-4D97-AF65-F5344CB8AC3E}">
        <p14:creationId xmlns:p14="http://schemas.microsoft.com/office/powerpoint/2010/main" val="255567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028756-0FA5-471F-B25F-B44FA1553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9C2C53-C77D-4569-8377-F6307A10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91D0B37-4004-4E3A-97FE-EF3C057AA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E0457E7-51E7-4FFE-B085-40494AC3E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11DE4-00A4-FE4A-B6C3-C8E646B7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0" y="744909"/>
            <a:ext cx="5562600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A84E5E80-DFE5-413A-9262-81A6E35B28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742" y="1017640"/>
            <a:ext cx="4817466" cy="481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4780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417</Words>
  <Application>Microsoft Macintosh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Next LT Pro</vt:lpstr>
      <vt:lpstr>AvenirNext LT Pro Medium</vt:lpstr>
      <vt:lpstr>Sabon Next LT</vt:lpstr>
      <vt:lpstr>DappledVTI</vt:lpstr>
      <vt:lpstr>ENEL 645  Data Mining &amp; Machine Learning Mid Term Project Presentation</vt:lpstr>
      <vt:lpstr>Motivation &amp; Significance of the Problem</vt:lpstr>
      <vt:lpstr>Defining Dataset</vt:lpstr>
      <vt:lpstr>Data Preprocessing</vt:lpstr>
      <vt:lpstr>Methodology</vt:lpstr>
      <vt:lpstr>Preliminary Results</vt:lpstr>
      <vt:lpstr>Future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ENEL 645  Data Mining &amp; Machine Learning Mid Term Project Presentation</dc:title>
  <dc:creator>Chetana Bijoor</dc:creator>
  <cp:lastModifiedBy>Chetana Bijoor</cp:lastModifiedBy>
  <cp:revision>9</cp:revision>
  <dcterms:created xsi:type="dcterms:W3CDTF">2021-03-15T17:48:41Z</dcterms:created>
  <dcterms:modified xsi:type="dcterms:W3CDTF">2021-03-15T19:53:57Z</dcterms:modified>
</cp:coreProperties>
</file>